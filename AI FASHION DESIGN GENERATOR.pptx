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B8790958-5B32-4D46-9BEE-FBA0022955DA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843B6CC6-FB22-4588-891C-D737E43B9915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885936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90958-5B32-4D46-9BEE-FBA0022955DA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B6CC6-FB22-4588-891C-D737E43B9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093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90958-5B32-4D46-9BEE-FBA0022955DA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B6CC6-FB22-4588-891C-D737E43B9915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10861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90958-5B32-4D46-9BEE-FBA0022955DA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B6CC6-FB22-4588-891C-D737E43B9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717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90958-5B32-4D46-9BEE-FBA0022955DA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B6CC6-FB22-4588-891C-D737E43B9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111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90958-5B32-4D46-9BEE-FBA0022955DA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B6CC6-FB22-4588-891C-D737E43B9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512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90958-5B32-4D46-9BEE-FBA0022955DA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B6CC6-FB22-4588-891C-D737E43B9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341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90958-5B32-4D46-9BEE-FBA0022955DA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B6CC6-FB22-4588-891C-D737E43B9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945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90958-5B32-4D46-9BEE-FBA0022955DA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B6CC6-FB22-4588-891C-D737E43B9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49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90958-5B32-4D46-9BEE-FBA0022955DA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B6CC6-FB22-4588-891C-D737E43B9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485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90958-5B32-4D46-9BEE-FBA0022955DA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B6CC6-FB22-4588-891C-D737E43B9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122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B8790958-5B32-4D46-9BEE-FBA0022955DA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843B6CC6-FB22-4588-891C-D737E43B9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210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.dev/" TargetMode="External"/><Relationship Id="rId2" Type="http://schemas.openxmlformats.org/officeDocument/2006/relationships/hyperlink" Target="https://www.python.org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i-fashion-design-generator-sand.vercel.app/" TargetMode="External"/><Relationship Id="rId2" Type="http://schemas.openxmlformats.org/officeDocument/2006/relationships/hyperlink" Target="https://github.com/Dhruvisha-Bhaliya/AI-Fashion-Design-Generato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i-fashion-design-generator-s1qp.onrender.com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030F1-8D82-74E4-BADD-20AD8564F5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4274" y="659567"/>
            <a:ext cx="10483121" cy="1244184"/>
          </a:xfrm>
        </p:spPr>
        <p:txBody>
          <a:bodyPr>
            <a:normAutofit/>
          </a:bodyPr>
          <a:lstStyle/>
          <a:p>
            <a:r>
              <a:rPr lang="en-US" sz="4400" b="1" dirty="0"/>
              <a:t>AI FASHION DESIGN GENERATOR</a:t>
            </a:r>
            <a:endParaRPr lang="en-IN" sz="4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B1D6A0-0FA7-49A3-28E7-71544500F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58387"/>
            <a:ext cx="9144000" cy="3277249"/>
          </a:xfrm>
        </p:spPr>
        <p:txBody>
          <a:bodyPr/>
          <a:lstStyle/>
          <a:p>
            <a:pPr algn="just"/>
            <a:r>
              <a:rPr lang="en-US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algn="just"/>
            <a:endParaRPr lang="en-US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 algn="just"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Arial"/>
                <a:cs typeface="Arial"/>
              </a:rPr>
              <a:t>Student Name-  DHRUVISHA BHALIYA</a:t>
            </a:r>
          </a:p>
          <a:p>
            <a:pPr marL="457200" indent="-457200" algn="just"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Arial"/>
                <a:cs typeface="Arial"/>
              </a:rPr>
              <a:t>College Name-  VEER NARMAD SOUTH GUJARAT         				UNIVERSITY</a:t>
            </a:r>
          </a:p>
          <a:p>
            <a:pPr marL="457200" indent="-457200" algn="just"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Arial"/>
                <a:cs typeface="Arial"/>
              </a:rPr>
              <a:t>Department- MSC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461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BFB13-97F4-8216-26D8-90165C5FA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7237"/>
            <a:ext cx="10515600" cy="939019"/>
          </a:xfrm>
        </p:spPr>
        <p:txBody>
          <a:bodyPr>
            <a:normAutofit/>
          </a:bodyPr>
          <a:lstStyle/>
          <a:p>
            <a:r>
              <a:rPr lang="en-US" sz="4000" b="1" dirty="0"/>
              <a:t>OUTLINE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39810-3072-B75D-423B-32342724C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3692"/>
            <a:ext cx="10515600" cy="3717561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>
                <a:latin typeface="Arial"/>
                <a:ea typeface="+mn-lt"/>
                <a:cs typeface="Arial"/>
              </a:rPr>
              <a:t>Problem Statement</a:t>
            </a:r>
            <a:endParaRPr lang="en-US" sz="2400" dirty="0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Proposed System/Solution</a:t>
            </a:r>
            <a:endParaRPr lang="en-US" sz="2400" dirty="0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Calibri"/>
              </a:rPr>
              <a:t>System </a:t>
            </a:r>
            <a:r>
              <a:rPr lang="en-US" sz="2400" dirty="0">
                <a:latin typeface="Arial"/>
                <a:ea typeface="+mn-lt"/>
                <a:cs typeface="+mn-lt"/>
              </a:rPr>
              <a:t>Development Approach (Technology Used) </a:t>
            </a:r>
          </a:p>
          <a:p>
            <a:r>
              <a:rPr lang="en-US" sz="2400" dirty="0">
                <a:latin typeface="Arial"/>
                <a:ea typeface="+mn-lt"/>
                <a:cs typeface="+mn-lt"/>
              </a:rPr>
              <a:t>Algorithm &amp; Deployment  </a:t>
            </a:r>
            <a:endParaRPr lang="en-US" sz="2400" dirty="0">
              <a:latin typeface="Arial"/>
              <a:cs typeface="Calibri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400" dirty="0">
                <a:latin typeface="Arial"/>
                <a:ea typeface="+mn-lt"/>
                <a:cs typeface="Arial"/>
              </a:rPr>
              <a:t>Conclusion</a:t>
            </a:r>
            <a:endParaRPr lang="en-US" sz="2400" dirty="0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400" dirty="0">
                <a:latin typeface="Arial"/>
                <a:ea typeface="+mn-lt"/>
                <a:cs typeface="Arial"/>
              </a:rPr>
              <a:t>References</a:t>
            </a:r>
            <a:endParaRPr lang="en-US" sz="2400" dirty="0">
              <a:latin typeface="Arial"/>
              <a:cs typeface="Arial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0165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D579F-66E0-7A41-AD98-A4E90DCD5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915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11FE6C-9EA7-754E-404F-F3FC8618E9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00637"/>
            <a:ext cx="10104048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Fashion design requires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creativity, time, and cost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Designers face difficulty in: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Generating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unique designs quickly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Visualizing ideas before production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Small designers and startups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cannot afford professional designers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Existing design tools: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 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Require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skills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Do not leverage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creativity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There is a need for a system that can: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Automatically generate fashion designs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Reduce time and cost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Assist designers and users with 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059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7F82C-001A-BF2F-C5BB-C3E405117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424"/>
            <a:ext cx="10515600" cy="790898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IN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7CDA5B-7ADD-8875-406E-6E1BEC483B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66932"/>
            <a:ext cx="8799204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AI-powered Fashion Design Generator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Users can: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Enter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prompts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“Modern Indian dress with floral patterns”)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Select fashion type (casual, ethnic, western, etc.)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The system: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Uses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Generative AI models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Produces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unique fashion design images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Benefits: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Fast design generation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Cost-effective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Easy to use for non-designers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03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569A6-D9E6-CDE9-C941-E39419C14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862" y="365125"/>
            <a:ext cx="11143938" cy="729157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4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4000" dirty="0">
                <a:latin typeface="Arial"/>
                <a:ea typeface="+mn-lt"/>
                <a:cs typeface="+mn-lt"/>
              </a:rPr>
              <a:t>(Technology Used)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CBFD4-E1BA-FB32-4175-448EBEBB6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9213"/>
            <a:ext cx="10515600" cy="5293662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  Frontend :</a:t>
            </a:r>
          </a:p>
          <a:p>
            <a:pPr marL="0" indent="0">
              <a:buNone/>
            </a:pPr>
            <a:r>
              <a:rPr lang="en-IN" sz="2200" dirty="0"/>
              <a:t>                           Vite + HTML, CSS, JavaScript</a:t>
            </a:r>
          </a:p>
          <a:p>
            <a:pPr marL="0" indent="0">
              <a:buNone/>
            </a:pPr>
            <a:r>
              <a:rPr lang="en-IN" sz="2200" dirty="0"/>
              <a:t>	             Responsive UI for prompt input &amp; image display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  Backend :</a:t>
            </a:r>
          </a:p>
          <a:p>
            <a:pPr marL="0" indent="0">
              <a:buNone/>
            </a:pPr>
            <a:r>
              <a:rPr lang="en-IN" sz="2200" dirty="0"/>
              <a:t>                           </a:t>
            </a:r>
            <a:r>
              <a:rPr lang="en-IN" sz="2200" dirty="0" err="1"/>
              <a:t>FastAPI</a:t>
            </a:r>
            <a:r>
              <a:rPr lang="en-IN" sz="2200" dirty="0"/>
              <a:t> (Python)</a:t>
            </a:r>
          </a:p>
          <a:p>
            <a:pPr marL="0" indent="0">
              <a:buNone/>
            </a:pPr>
            <a:r>
              <a:rPr lang="en-IN" sz="2200" dirty="0"/>
              <a:t>                           REST API handling requests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  AI / ML :</a:t>
            </a:r>
          </a:p>
          <a:p>
            <a:pPr marL="0" indent="0">
              <a:buNone/>
            </a:pPr>
            <a:r>
              <a:rPr lang="en-IN" sz="2000" dirty="0"/>
              <a:t>                              Hugging Face Inference API</a:t>
            </a:r>
          </a:p>
          <a:p>
            <a:pPr marL="0" indent="0">
              <a:buNone/>
            </a:pPr>
            <a:r>
              <a:rPr lang="en-IN" sz="2000" dirty="0"/>
              <a:t>                              Stable Diffusion / Image Generation Models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  Deployment :</a:t>
            </a:r>
          </a:p>
          <a:p>
            <a:pPr marL="0" indent="0">
              <a:buNone/>
            </a:pPr>
            <a:r>
              <a:rPr lang="en-IN" sz="2000" dirty="0"/>
              <a:t>                              Backend hosted on </a:t>
            </a:r>
            <a:r>
              <a:rPr lang="en-IN" sz="2000" b="1" dirty="0"/>
              <a:t>Render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                              Frontend hosted on </a:t>
            </a:r>
            <a:r>
              <a:rPr lang="en-IN" sz="2000" b="1" dirty="0" err="1"/>
              <a:t>Vercel</a:t>
            </a:r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8372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45ECF-D602-7570-942E-A0D62B9EE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9118"/>
          </a:xfrm>
        </p:spPr>
        <p:txBody>
          <a:bodyPr>
            <a:normAutofit/>
          </a:bodyPr>
          <a:lstStyle/>
          <a:p>
            <a:r>
              <a:rPr lang="en-IN" sz="4000" b="1" dirty="0"/>
              <a:t>ALGORITHM &amp;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FBBBB-508F-9520-7449-A9DAA7B23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9134"/>
            <a:ext cx="10515600" cy="4857829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    Algorithm Steps</a:t>
            </a:r>
          </a:p>
          <a:p>
            <a:pPr marL="0" indent="0">
              <a:buNone/>
            </a:pPr>
            <a:r>
              <a:rPr lang="en-IN" sz="2200" dirty="0"/>
              <a:t>                         User enters fashion description</a:t>
            </a:r>
          </a:p>
          <a:p>
            <a:pPr marL="0" indent="0">
              <a:buNone/>
            </a:pPr>
            <a:r>
              <a:rPr lang="en-IN" sz="2200" dirty="0"/>
              <a:t>                         Prompt is sent to backend API</a:t>
            </a:r>
          </a:p>
          <a:p>
            <a:pPr marL="0" indent="0">
              <a:buNone/>
            </a:pPr>
            <a:r>
              <a:rPr lang="en-IN" sz="2200" dirty="0"/>
              <a:t>                         Backend forwards request to Hugging Face model</a:t>
            </a:r>
          </a:p>
          <a:p>
            <a:pPr marL="0" indent="0">
              <a:buNone/>
            </a:pPr>
            <a:r>
              <a:rPr lang="en-IN" sz="2200" dirty="0"/>
              <a:t>                         AI model generates fashion design image</a:t>
            </a:r>
          </a:p>
          <a:p>
            <a:pPr marL="0" indent="0">
              <a:buNone/>
            </a:pPr>
            <a:r>
              <a:rPr lang="en-IN" sz="2200" dirty="0"/>
              <a:t>                         Image is returned to frontend</a:t>
            </a:r>
          </a:p>
          <a:p>
            <a:pPr marL="0" indent="0">
              <a:buNone/>
            </a:pPr>
            <a:r>
              <a:rPr lang="en-IN" sz="2200" dirty="0"/>
              <a:t>                         User views design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    Deployment Flow</a:t>
            </a:r>
          </a:p>
          <a:p>
            <a:pPr marL="0" indent="0">
              <a:buNone/>
            </a:pPr>
            <a:r>
              <a:rPr lang="en-IN" sz="2200" dirty="0"/>
              <a:t>                        Frontend → </a:t>
            </a:r>
            <a:r>
              <a:rPr lang="en-IN" sz="2200" dirty="0" err="1"/>
              <a:t>Vercel</a:t>
            </a:r>
            <a:endParaRPr lang="en-IN" sz="2200" dirty="0"/>
          </a:p>
          <a:p>
            <a:pPr marL="0" indent="0">
              <a:buNone/>
            </a:pPr>
            <a:r>
              <a:rPr lang="en-IN" sz="2200" dirty="0"/>
              <a:t>                        Backend → Render</a:t>
            </a:r>
          </a:p>
          <a:p>
            <a:pPr marL="0" indent="0">
              <a:buNone/>
            </a:pPr>
            <a:r>
              <a:rPr lang="en-IN" sz="2200" dirty="0"/>
              <a:t>                        AI Model → Hugging Face API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2320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44A69-7385-6BBC-A0E4-95E0DF18E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9098"/>
          </a:xfrm>
        </p:spPr>
        <p:txBody>
          <a:bodyPr>
            <a:normAutofit/>
          </a:bodyPr>
          <a:lstStyle/>
          <a:p>
            <a:r>
              <a:rPr lang="en-IN" sz="4000" b="1" dirty="0"/>
              <a:t>RESULT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2F494C-D290-6A4D-90B5-AF06A5A48D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52701"/>
            <a:ext cx="6506980" cy="4455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generated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Modern fashion designs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Ethnic and western outfit images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AI-generated designs are: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Visually appealing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Unique for each prompt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System works in real-time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Easy-to-use interface for users</a:t>
            </a:r>
          </a:p>
        </p:txBody>
      </p:sp>
    </p:spTree>
    <p:extLst>
      <p:ext uri="{BB962C8B-B14F-4D97-AF65-F5344CB8AC3E}">
        <p14:creationId xmlns:p14="http://schemas.microsoft.com/office/powerpoint/2010/main" val="1753095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7295C-62E1-286C-424B-5D2BBB3E7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9098"/>
          </a:xfrm>
        </p:spPr>
        <p:txBody>
          <a:bodyPr>
            <a:normAutofit/>
          </a:bodyPr>
          <a:lstStyle/>
          <a:p>
            <a:r>
              <a:rPr lang="en-IN" sz="4000" b="1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7ACF18A-0002-F9AA-D9D7-FDF860B9B7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79230"/>
            <a:ext cx="9759846" cy="5113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AI Fashion Design Generator: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Reduces design time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Enhances creativity using AI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Useful for: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Fashion designers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Students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Startups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Demonstrates effective use of: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  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Generative AI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Full-stack development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Project successfully meets objectives</a:t>
            </a:r>
          </a:p>
        </p:txBody>
      </p:sp>
    </p:spTree>
    <p:extLst>
      <p:ext uri="{BB962C8B-B14F-4D97-AF65-F5344CB8AC3E}">
        <p14:creationId xmlns:p14="http://schemas.microsoft.com/office/powerpoint/2010/main" val="3744589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486C4-989F-8251-C964-59FDBB393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4049"/>
          </a:xfrm>
        </p:spPr>
        <p:txBody>
          <a:bodyPr>
            <a:normAutofit/>
          </a:bodyPr>
          <a:lstStyle/>
          <a:p>
            <a:r>
              <a:rPr lang="en-IN" sz="4000" b="1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E5822-6A9D-EC9F-2E61-857D6D36B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9174"/>
            <a:ext cx="10515600" cy="505168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  Add: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User accounts &amp; design history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Multiple AI models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  Support: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3D fashion designs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Fabric texture selection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  Mobile application version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  Integration with: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E-commerce platforms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Fashion production tools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6176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3C498-4FE5-3A92-FE25-30876769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9880"/>
            <a:ext cx="10515600" cy="819098"/>
          </a:xfrm>
        </p:spPr>
        <p:txBody>
          <a:bodyPr>
            <a:normAutofit/>
          </a:bodyPr>
          <a:lstStyle/>
          <a:p>
            <a:r>
              <a:rPr lang="en-IN" sz="4000" b="1" dirty="0"/>
              <a:t>REFERENCES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74E97C2-6D8B-F200-DC13-0B65A3EB73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41433"/>
            <a:ext cx="6502549" cy="2459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Hugging Face – The AI community building the future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 faster way to build and share data apps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Official Documentation –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https://www.python.org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React JS - </a:t>
            </a:r>
            <a:r>
              <a:rPr lang="en-US" altLang="en-US" sz="2000" dirty="0">
                <a:latin typeface="Arial" panose="020B0604020202020204" pitchFamily="34" charset="0"/>
                <a:hlinkClick r:id="rId3"/>
              </a:rPr>
              <a:t>https://react.dev/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898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0D514-8A7B-19AA-20B3-D00731C45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GITHUB LINKS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7F8D9-1002-74F6-AF42-B8BCEA44F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45349"/>
            <a:ext cx="10515600" cy="2806336"/>
          </a:xfrm>
        </p:spPr>
        <p:txBody>
          <a:bodyPr>
            <a:normAutofit fontScale="92500" lnSpcReduction="20000"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600" dirty="0">
                <a:latin typeface="Arial" panose="020B0604020202020204" pitchFamily="34" charset="0"/>
              </a:rPr>
              <a:t>  GitHub - </a:t>
            </a:r>
            <a:r>
              <a:rPr lang="en-US" altLang="en-US" sz="2600" dirty="0">
                <a:latin typeface="Arial" panose="020B0604020202020204" pitchFamily="34" charset="0"/>
                <a:hlinkClick r:id="rId2"/>
              </a:rPr>
              <a:t>https://github.com/Dhruvisha-Bhaliya/AI-Fashion-Design-Generator</a:t>
            </a:r>
            <a:endParaRPr lang="en-US" altLang="en-US" sz="26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600" dirty="0">
                <a:latin typeface="Arial" panose="020B0604020202020204" pitchFamily="34" charset="0"/>
              </a:rPr>
              <a:t>  Deploy - </a:t>
            </a:r>
            <a:r>
              <a:rPr lang="en-US" altLang="en-US" sz="2600" dirty="0">
                <a:latin typeface="Arial" panose="020B0604020202020204" pitchFamily="34" charset="0"/>
                <a:hlinkClick r:id="rId3"/>
              </a:rPr>
              <a:t>https://ai-fashion-design-generator-sand.vercel.app/</a:t>
            </a:r>
            <a:endParaRPr lang="en-US" altLang="en-US" sz="26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600" dirty="0">
                <a:latin typeface="Arial" panose="020B0604020202020204" pitchFamily="34" charset="0"/>
              </a:rPr>
              <a:t>  Render - </a:t>
            </a:r>
            <a:r>
              <a:rPr lang="en-IN" sz="2600" dirty="0">
                <a:hlinkClick r:id="rId4"/>
              </a:rPr>
              <a:t>https://ai-fashion-design-generator-s1qp.onrender.com/</a:t>
            </a:r>
            <a:endParaRPr lang="en-IN" sz="2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7336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DB2F-8244-9B6B-AE6F-62573D4B9E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       THANK YOU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68350747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29</TotalTime>
  <Words>528</Words>
  <Application>Microsoft Office PowerPoint</Application>
  <PresentationFormat>Widescreen</PresentationFormat>
  <Paragraphs>107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Century Schoolbook</vt:lpstr>
      <vt:lpstr>Wingdings</vt:lpstr>
      <vt:lpstr>Wingdings 2</vt:lpstr>
      <vt:lpstr>View</vt:lpstr>
      <vt:lpstr>AI FASHION DESIGN GENERATOR</vt:lpstr>
      <vt:lpstr>OUTLINE</vt:lpstr>
      <vt:lpstr>Problem Statement</vt:lpstr>
      <vt:lpstr>Proposed Solution</vt:lpstr>
      <vt:lpstr>System Development Approach (Technology Used) </vt:lpstr>
      <vt:lpstr>ALGORITHM &amp; DEPLOYMENT</vt:lpstr>
      <vt:lpstr>RESULT</vt:lpstr>
      <vt:lpstr>CONCLUSION</vt:lpstr>
      <vt:lpstr>FUTURE SCOPE</vt:lpstr>
      <vt:lpstr>REFERENCES</vt:lpstr>
      <vt:lpstr>GITHUB LINKS</vt:lpstr>
      <vt:lpstr>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Dhruvi Bhaliya</dc:creator>
  <cp:lastModifiedBy>Dhruvi Bhaliya</cp:lastModifiedBy>
  <cp:revision>1</cp:revision>
  <dcterms:created xsi:type="dcterms:W3CDTF">2026-01-28T16:31:18Z</dcterms:created>
  <dcterms:modified xsi:type="dcterms:W3CDTF">2026-01-28T17:01:13Z</dcterms:modified>
</cp:coreProperties>
</file>